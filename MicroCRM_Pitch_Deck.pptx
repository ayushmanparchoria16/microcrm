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0" y="1371600"/>
            <a:ext cx="3962095" cy="411480"/>
          </a:xfrm>
          <a:prstGeom prst="roundRect">
            <a:avLst/>
          </a:prstGeom>
          <a:solidFill>
            <a:srgbClr val="1E3A8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⚡ THE 360° LOCAL BUSINESS GROWTH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11680"/>
            <a:ext cx="8534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MicroCRM</a:t>
            </a:r>
          </a:p>
          <a:p>
            <a:pPr algn="ctr">
              <a:defRPr sz="2000">
                <a:solidFill>
                  <a:srgbClr val="10B981"/>
                </a:solidFill>
                <a:latin typeface="Segoe UI"/>
              </a:defRPr>
            </a:pPr>
            <a:r>
              <a:t>From Google Search to WhatsApp &amp; Automated Bookings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566160"/>
            <a:ext cx="81683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🌐 Google Business SEO   •   📱 Instant Mobile Storefront   •   💬 24/7 WhatsApp AI   •   💳 Smart POS &amp; Khata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754880"/>
            <a:ext cx="7619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Parchhoria Technologies  •  https://microcrm.site  •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Where Are Local Merchants Losing Sales Every Day?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Traditional systems, static paper menus, and delayed responses are killing conversion rates.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⏳  Issue 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Slow Speed-to-Lead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2176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70% of online Meta/Google leads go cold because staff takes hours or days to call back. By then, the customer has chosen a competitor.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472B6"/>
                </a:solidFill>
                <a:latin typeface="Segoe UI"/>
              </a:defRPr>
            </a:pPr>
            <a:r>
              <a:t>🌙  Issue 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74320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After-Hours Silence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3566160"/>
            <a:ext cx="2176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Customers browse and inquire late at night or on weekends. Without automated AI chat, inquiries vanish into unanswered WhatsApp chats.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🚫  Issue #3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74320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App Download Friction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566160"/>
            <a:ext cx="2176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Customers refuse to install 50MB mobile apps just to view a service menu, check repair status, or book a haircut.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Segoe UI"/>
              </a:defRPr>
            </a:pPr>
            <a:r>
              <a:t>🔓  Issue 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4" y="274320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Staff Database Theft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4" y="3566160"/>
            <a:ext cx="2176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Unmasked customer contact lists are frequently stolen or exported by departing sales staff, risking your entire client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4-in-1 Complete Business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MicroCRM unites your entire customer journey into one connected, automated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latin typeface="Segoe UI"/>
              </a:defRPr>
            </a:pPr>
            <a: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1. Google Search &amp; Local SEO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Dominate local searches on Google Maps &amp; Search. Direct searchers to your branded booking link instead of generic directory listing competitors.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2176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Top Google Maps ranking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Direct reservation/order link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Instant verified review booster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8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latin typeface="Segoe UI"/>
              </a:defRPr>
            </a:pPr>
            <a:r>
              <a:t>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269748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2. Instant Mobile Storefront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3429000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Lightning-fast digital catalog at app.microcrm.site/book/{slug}. Zero app downloads. Features interactive layout maps and Instagram Reel video proof.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4709160"/>
            <a:ext cx="2176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Instagram Reel video proofs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Self-service time slot booking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1-click WhatsApp cart checkout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latin typeface="Segoe UI"/>
              </a:defRPr>
            </a:pPr>
            <a:r>
              <a:t>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9748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084FC"/>
                </a:solidFill>
                <a:latin typeface="Segoe UI"/>
              </a:defRPr>
            </a:pPr>
            <a:r>
              <a:t>3. 24/7 WhatsApp AI Receptionist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3429000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Answers customer questions in Hindi/Hinglish/English instantly. Dispatches PDF brochures, automated bills, and appointment reminders.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709160"/>
            <a:ext cx="2176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Speaks natural Indian phrasing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Dispatches PDF receipts &amp; brochures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70% reduction in no-shows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4" y="214884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latin typeface="Segoe UI"/>
              </a:defRPr>
            </a:pPr>
            <a:r>
              <a:t>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2697480"/>
            <a:ext cx="21762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72B6"/>
                </a:solidFill>
                <a:latin typeface="Segoe UI"/>
              </a:defRPr>
            </a:pPr>
            <a:r>
              <a:t>4. Smart POS Billing &amp; Khata CRM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3429000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Full cloud administration dashboard. Barcode scanner billing, GST &amp; non-GST tax invoices, customer Khata credit ledger, and pre-sales leads.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4709160"/>
            <a:ext cx="2176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High-speed counter POS checkout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Customer Khata credit balance ledger</a:t>
            </a:r>
          </a:p>
          <a:p>
            <a:pPr>
              <a:defRPr sz="1000">
                <a:solidFill>
                  <a:srgbClr val="E2E8F0"/>
                </a:solidFill>
                <a:latin typeface="Segoe UI"/>
              </a:defRPr>
            </a:pPr>
            <a:r>
              <a:t>✓ Role-based anti-theft phone masking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PROVEN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Trusted by Real Businesses in Daily 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Live merchant implementations across diverse verticals proving 100% operational success.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564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99923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💄  Rashmi R Makeup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29992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Salon, Bridal Studio &amp;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29992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0A5FA"/>
                </a:solidFill>
                <a:latin typeface="Segoe UI"/>
              </a:defRPr>
            </a:pPr>
            <a:r>
              <a:t>Live Portal: app.microcrm.site/book/rashmi-r-makeup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83280"/>
            <a:ext cx="299923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Challenge: Heavy phone distractions during bridal makeup; frequent customer no-shows.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Solution: Branded mobile portal with embedded Instagram Reel video proofs of makeover transformations.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Result: 100% self-service booking with automated 24-hour WhatsApp reminder messages.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920240"/>
            <a:ext cx="34564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103120"/>
            <a:ext cx="299923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60A5FA"/>
                </a:solidFill>
                <a:latin typeface="Segoe UI"/>
              </a:defRPr>
            </a:pPr>
            <a:r>
              <a:t>💻  Shri Ranawat Infotech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560320"/>
            <a:ext cx="29992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Computer Store &amp; Tech Repair 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926080"/>
            <a:ext cx="29992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0A5FA"/>
                </a:solidFill>
                <a:latin typeface="Segoe UI"/>
              </a:defRPr>
            </a:pPr>
            <a:r>
              <a:t>Live Portal: app.microcrm.site/book/shri-ranawat-infotech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383280"/>
            <a:ext cx="299923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Challenge: Constant calls asking 'Is my laptop ready?'; lost tracking of hardware spare parts.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Solution: Job-card diagnostic tiers + real-time stock deduction + automated ready alerts.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Result: Customers receive instant WhatsApp message when device is fixed with attached GST bill.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920240"/>
            <a:ext cx="34564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2103120"/>
            <a:ext cx="299923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🏘️  BBC Real Estate (Aahana Residency)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560320"/>
            <a:ext cx="29992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Township Developer &amp; Pre-Sales CRM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926080"/>
            <a:ext cx="29992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0A5FA"/>
                </a:solidFill>
                <a:latin typeface="Segoe UI"/>
              </a:defRPr>
            </a:pPr>
            <a:r>
              <a:t>Live Portal: app.microcrm.site/book/bbc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383280"/>
            <a:ext cx="299923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Challenge: Static PDF maps confused buyers; Meta ad leads went cold within hours.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Solution: Live interactive canvas plot maps (Available vs Sold) + WhatsApp AI brochure bot.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Result: Inbound ad leads get automated brochure in 2 minutes; 392% higher site visit conversion.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WHATSAPP AI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Conversational 24/7 AI Receptionist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Turn your existing WhatsApp number into a tireless sales agent without per-message API fees.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30352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How the WhatsApp AI Powers Your Sales: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Natural Indian Phrasing: Understands Hindi, Hinglish, and colloquial expressions (e.g. 'Anjali this side, plot price kya hai?').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Brochures &amp; Videos: Instantly shares downloadable PDF brochures, photos, and Instagram Reel transformation links.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Automated PDF Invoices: Whenever an order or service is completed in POS, the system automatically sends a PDF receipt to WhatsApp.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Zero Per-Message Markups: Connects securely via direct WhatsApp Web protocol—no costly 50p/message Meta business API fees.</a:t>
            </a:r>
          </a:p>
          <a:p>
            <a:pPr>
              <a:spcBef>
                <a:spcPts val="8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•  Lead Attribution: Incoming chats are tagged and attributed to specific sales reps with automated CRM follow-up alarms.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51206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572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💬 Live WhatsApp Chat Example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Segoe UI"/>
              </a:defRPr>
            </a:pPr>
            <a:r>
              <a:t>[Customer]: Anjali this side. Looking for 1000 sqft plot in Aahana Residency. What is the current rate?</a:t>
            </a:r>
          </a:p>
          <a:p>
            <a:pPr>
              <a:spcBef>
                <a:spcPts val="600"/>
              </a:spcBef>
              <a:defRPr sz="1000">
                <a:solidFill>
                  <a:srgbClr val="10B981"/>
                </a:solidFill>
                <a:latin typeface="Segoe UI"/>
              </a:defRPr>
            </a:pPr>
            <a:r>
              <a:t>[MicroCRM AI]: Namaste Anjali ji! 😊 Plots in Aahana Residency start at ₹3,750/sqft in Puwarda Junarda, Indore. Corner and garden-facing plots are currently available.</a:t>
            </a:r>
          </a:p>
          <a:p>
            <a:pPr>
              <a:spcBef>
                <a:spcPts val="600"/>
              </a:spcBef>
              <a:defRPr sz="1000">
                <a:solidFill>
                  <a:srgbClr val="10B981"/>
                </a:solidFill>
                <a:latin typeface="Segoe UI"/>
              </a:defRPr>
            </a:pPr>
            <a:r>
              <a:t>[MicroCRM AI]: Here is the layout map and brochure: app.microcrm.site/book/bbc</a:t>
            </a:r>
            <a:br/>
            <a:r>
              <a:t>Would you like me to book a free site visit for you this weekend?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Segoe UI"/>
              </a:defRPr>
            </a:pPr>
            <a:r>
              <a:t>[Customer]: Yes please, Saturday 4 PM works.</a:t>
            </a:r>
          </a:p>
          <a:p>
            <a:pPr>
              <a:spcBef>
                <a:spcPts val="600"/>
              </a:spcBef>
              <a:defRPr sz="1000">
                <a:solidFill>
                  <a:srgbClr val="10B981"/>
                </a:solidFill>
                <a:latin typeface="Segoe UI"/>
              </a:defRPr>
            </a:pPr>
            <a:r>
              <a:t>[MicroCRM AI]: Confirmed! 🎉 Your site visit is booked for Saturday at 4:00 PM. Our project manager will welcome you at the site gate. Location pin sent!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SECURITY &amp; LEGAL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Bank-Grade Privacy &amp; Anti-Theft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Engineered with strict multi-tenancy and compliance with India's Digital Personal Data Protection 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latin typeface="Segoe UI"/>
              </a:defRPr>
            </a:pPr>
            <a:r>
              <a:t>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0A5FA"/>
                </a:solidFill>
                <a:latin typeface="Segoe UI"/>
              </a:defRPr>
            </a:pPr>
            <a:r>
              <a:t>DPDPA 2023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21762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Segoe UI"/>
              </a:defRPr>
            </a:pPr>
            <a:r>
              <a:t>Strict adherence to India's Digital Personal Data Protection Act. Explicit purpose limitation, consent-based messaging, and designated Grievance Officer redressal.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19456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latin typeface="Segoe UI"/>
              </a:defRPr>
            </a:pPr>
            <a: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83464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100% Multi-Tenant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3657600"/>
            <a:ext cx="21762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Segoe UI"/>
              </a:defRPr>
            </a:pPr>
            <a:r>
              <a:t>Every database query strictly enforces WHERE business_id = %s. Competitors or other branches can NEVER view or leak your sales leads or financial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19456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latin typeface="Segoe UI"/>
              </a:defRPr>
            </a:pPr>
            <a:r>
              <a:t>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83464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472B6"/>
                </a:solidFill>
                <a:latin typeface="Segoe UI"/>
              </a:defRPr>
            </a:pPr>
            <a:r>
              <a:t>Anti-Theft Phone Masking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657600"/>
            <a:ext cx="21762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Segoe UI"/>
              </a:defRPr>
            </a:pPr>
            <a:r>
              <a:t>Sales reps and staff view masked numbers (+91 62641*****). They can message leads via WhatsApp but cannot copy, export, or steal your customer phone database.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1920240"/>
            <a:ext cx="2542032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219456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latin typeface="Segoe UI"/>
              </a:defRPr>
            </a:pPr>
            <a:r>
              <a:t>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4" y="283464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84FC"/>
                </a:solidFill>
                <a:latin typeface="Segoe UI"/>
              </a:defRPr>
            </a:pPr>
            <a:r>
              <a:t>Zero Vendor Lock-In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4" y="3657600"/>
            <a:ext cx="21762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Segoe UI"/>
              </a:defRPr>
            </a:pPr>
            <a:r>
              <a:t>Your business data is 100% yours. 1-click CSV exports for all customer contacts, leads, inventory records, and sales bills at any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MULTI-INDUSTRY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Tailored for Every Local Industry &amp; Sub-Category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MicroCRM dynamically switches catalog schema, booking logic, and AI behaviors for your niche.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💄 Beauty &amp; Salons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Hair Salons, Bridal Studios, Nail Bars, Luxury Spas, Tattoo Parlors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06624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5234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💻 Tech &amp; Repair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Laptop/PC Repair, Mobile Diagnostics, CCTV, Hardware Sales, Refurbished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93008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3872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🏘️ Real Estate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Builders, Developers, Brokers, Township Planners, Plot &amp; Villa Schemes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79392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2511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🩺 Healthcare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Dental Clinics, General Doctors, Physiotherapy, Pathology Labs, Eye Clinics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065776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1149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🛍️ Retail Stores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Clothing Boutiques, Shoe Stores, Optical, Jewelry, Kirana &amp; Supermarkets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920240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96596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🚗 Automobile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Multi-Brand Garages, Two-Wheeler Centers, Car Detailing &amp; PPF, Battery Shops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706624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75234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🏋️ Fitness &amp; Gyms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Gyms, Yoga &amp; Pilates Studios, CrossFit, Martial Arts, Dance Academies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493008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53872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📚 Education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Test Prep Coaching, Home Tutors, Computer Centers, Music &amp; Art Institutes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279392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325112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🍽️ Food &amp; Cafes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Specialty Cafes, Cake Bakeries, Cloud Kitchens, Event Caterers, Banquet Halls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5065776"/>
            <a:ext cx="512064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11149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💼 Consulting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CA &amp; Tax Consultants, Advocates, Interior Designers, Visa &amp; Loan Agents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Segoe UI"/>
              </a:defRPr>
            </a:pPr>
            <a: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Go Live in Less Than 24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Our technical team handles complete catalog ingestion, WhatsApp QR linking, and staff orientation.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42032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76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0A5FA"/>
                </a:solidFill>
                <a:latin typeface="Segoe UI"/>
              </a:defRPr>
            </a:pPr>
            <a:r>
              <a:t>📋  Step 1: Intake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15-minute consultation to capture your service menu, pricing, Google Maps profile, and staff roles.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920240"/>
            <a:ext cx="2542032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2103120"/>
            <a:ext cx="2176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⚙️  Step 2: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60604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We deploy your custom portal (/book/{slug}), configure your WhatsApp AI receptionist, and upload catalog photos.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920240"/>
            <a:ext cx="2542032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2103120"/>
            <a:ext cx="2176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🔗  Step 3: QR 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60604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Scan a simple WhatsApp Web QR code to connect your business phone with the 24/7 AI response engine.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984" y="1920240"/>
            <a:ext cx="2542032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8864" y="2103120"/>
            <a:ext cx="217627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472B6"/>
                </a:solidFill>
                <a:latin typeface="Segoe UI"/>
              </a:defRPr>
            </a:pPr>
            <a:r>
              <a:t>🚀  Step 4: Launch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8864" y="260604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15-minute staff walkthrough. Start accepting automated bookings, orders, and leads immediately.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80560"/>
            <a:ext cx="10728655" cy="1645920"/>
          </a:xfrm>
          <a:prstGeom prst="roundRect">
            <a:avLst/>
          </a:prstGeom>
          <a:solidFill>
            <a:srgbClr val="18203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6344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Ready to Automate Your Business?</a:t>
            </a:r>
          </a:p>
          <a:p>
            <a:pPr>
              <a:spcBef>
                <a:spcPts val="600"/>
              </a:spcBef>
              <a:defRPr sz="1300" b="1">
                <a:solidFill>
                  <a:srgbClr val="10B981"/>
                </a:solidFill>
                <a:latin typeface="Segoe UI"/>
              </a:defRPr>
            </a:pPr>
            <a:r>
              <a:t>📞 Direct WhatsApp Onboarding: +91 87704 66442   |   🤖 Live WhatsApp AI Bot Demo: +91 72229 89666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🌐 Official Website: https://microcrm.site   |   📧 Email: support@microcrm.site   |   Parchhoria Technologies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